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2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21F14-B943-4974-AF6C-853DF08CC6F6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C3B015-18F1-43D5-A014-E13F769175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882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8855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7345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1331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Due to</a:t>
            </a:r>
            <a:r>
              <a:rPr lang="en-US" baseline="0" dirty="0" smtClean="0"/>
              <a:t> in the Annular Coette Flow the pressure and velocities are decoupled, sometimes the pressure converge to a constant </a:t>
            </a:r>
            <a:r>
              <a:rPr lang="en-US" baseline="0" smtClean="0"/>
              <a:t>trivial solution.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078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43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766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687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500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4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4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006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204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9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0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429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1745D4-1722-44D0-992A-94FF939BE44E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08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32205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1D 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33203" y="561031"/>
            <a:ext cx="58314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1D Annular Coette (Dimensionless) Directly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6534727" y="434522"/>
                <a:ext cx="3457293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𝑑𝑅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𝑑𝑅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4727" y="434522"/>
                <a:ext cx="3457293" cy="6223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/>
              <p:cNvSpPr/>
              <p:nvPr/>
            </p:nvSpPr>
            <p:spPr>
              <a:xfrm>
                <a:off x="633203" y="1056872"/>
                <a:ext cx="795147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to verify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sub>
                    </m:sSub>
                  </m:oMath>
                </a14:m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if FVM coefficient and De-dimensional Operation is correct</a:t>
                </a:r>
                <a:endParaRPr lang="en-US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03" y="1056872"/>
                <a:ext cx="7951472" cy="369332"/>
              </a:xfrm>
              <a:prstGeom prst="rect">
                <a:avLst/>
              </a:prstGeom>
              <a:blipFill>
                <a:blip r:embed="rId4"/>
                <a:stretch>
                  <a:fillRect l="-690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图片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63" y="1552713"/>
            <a:ext cx="4509438" cy="4280144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001" y="1552713"/>
            <a:ext cx="6722574" cy="4280144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9992020" y="561031"/>
            <a:ext cx="18987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Tangential Only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/>
              <p:cNvSpPr/>
              <p:nvPr/>
            </p:nvSpPr>
            <p:spPr>
              <a:xfrm>
                <a:off x="6601187" y="2827773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1187" y="2827773"/>
                <a:ext cx="1888466" cy="56483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/>
              <p:cNvSpPr/>
              <p:nvPr/>
            </p:nvSpPr>
            <p:spPr>
              <a:xfrm>
                <a:off x="9193211" y="3392608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矩形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211" y="3392608"/>
                <a:ext cx="1597617" cy="7082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矩形 18"/>
          <p:cNvSpPr/>
          <p:nvPr/>
        </p:nvSpPr>
        <p:spPr>
          <a:xfrm>
            <a:off x="633203" y="5832857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/>
              <p:cNvSpPr/>
              <p:nvPr/>
            </p:nvSpPr>
            <p:spPr>
              <a:xfrm>
                <a:off x="9193211" y="4227324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矩形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211" y="4227324"/>
                <a:ext cx="1875770" cy="7263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2403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5027" y="3753244"/>
            <a:ext cx="7315215" cy="2432309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6360160" y="3667760"/>
            <a:ext cx="4318000" cy="3343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9029508" y="1818672"/>
                <a:ext cx="305204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to verify the validity of the </a:t>
                </a:r>
                <a:r>
                  <a:rPr lang="en-US" b="1" dirty="0" err="1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R</a:t>
                </a:r>
                <a:r>
                  <a:rPr lang="en-US" altLang="zh-CN" b="1" dirty="0" err="1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hie</a:t>
                </a:r>
                <a:r>
                  <a:rPr lang="en-US" altLang="zh-CN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-Chow interpolation</a:t>
                </a:r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and Coefficient Matrix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𝑨</m:t>
                    </m:r>
                  </m:oMath>
                </a14:m>
                <a:endParaRPr lang="en-US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9508" y="1818672"/>
                <a:ext cx="3052042" cy="923330"/>
              </a:xfrm>
              <a:prstGeom prst="rect">
                <a:avLst/>
              </a:prstGeom>
              <a:blipFill>
                <a:blip r:embed="rId4"/>
                <a:stretch>
                  <a:fillRect l="-1597" t="-3289" r="-2595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矩形 3"/>
          <p:cNvSpPr/>
          <p:nvPr/>
        </p:nvSpPr>
        <p:spPr>
          <a:xfrm>
            <a:off x="0" y="0"/>
            <a:ext cx="32205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2D 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3220562" y="109531"/>
            <a:ext cx="89861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Annular Coette (Dimensionless) Momentum Equation under theoretical P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9545709" y="569386"/>
                <a:ext cx="22542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momentum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709" y="569386"/>
                <a:ext cx="2254271" cy="276999"/>
              </a:xfrm>
              <a:prstGeom prst="rect">
                <a:avLst/>
              </a:prstGeom>
              <a:blipFill>
                <a:blip r:embed="rId5"/>
                <a:stretch>
                  <a:fillRect l="-1622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/>
          <p:cNvSpPr/>
          <p:nvPr/>
        </p:nvSpPr>
        <p:spPr>
          <a:xfrm>
            <a:off x="9545709" y="1079342"/>
            <a:ext cx="19928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Momentum Only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6"/>
          <a:srcRect t="1" r="1211" b="703"/>
          <a:stretch/>
        </p:blipFill>
        <p:spPr>
          <a:xfrm>
            <a:off x="274388" y="846385"/>
            <a:ext cx="4170154" cy="2867904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9412" y="846385"/>
            <a:ext cx="4450096" cy="2888224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89" y="3521069"/>
            <a:ext cx="4170153" cy="2856719"/>
          </a:xfrm>
          <a:prstGeom prst="rect">
            <a:avLst/>
          </a:prstGeom>
        </p:spPr>
      </p:pic>
      <p:sp>
        <p:nvSpPr>
          <p:cNvPr id="12" name="矩形 11"/>
          <p:cNvSpPr/>
          <p:nvPr/>
        </p:nvSpPr>
        <p:spPr>
          <a:xfrm>
            <a:off x="5386922" y="6271037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/>
              <p:cNvSpPr/>
              <p:nvPr/>
            </p:nvSpPr>
            <p:spPr>
              <a:xfrm>
                <a:off x="9029508" y="3151737"/>
                <a:ext cx="248651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𝒖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b="1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Supposed to be 0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矩形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9508" y="3151737"/>
                <a:ext cx="2486515" cy="369332"/>
              </a:xfrm>
              <a:prstGeom prst="rect">
                <a:avLst/>
              </a:prstGeom>
              <a:blipFill>
                <a:blip r:embed="rId9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/>
              <p:cNvSpPr/>
              <p:nvPr/>
            </p:nvSpPr>
            <p:spPr>
              <a:xfrm>
                <a:off x="6210366" y="4600508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矩形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0366" y="4600508"/>
                <a:ext cx="1888466" cy="56483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/>
              <p:cNvSpPr/>
              <p:nvPr/>
            </p:nvSpPr>
            <p:spPr>
              <a:xfrm>
                <a:off x="7680508" y="5165985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08" y="5165985"/>
                <a:ext cx="1597617" cy="70820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/>
              <p:cNvSpPr/>
              <p:nvPr/>
            </p:nvSpPr>
            <p:spPr>
              <a:xfrm>
                <a:off x="9181652" y="5076327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矩形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652" y="5076327"/>
                <a:ext cx="1875770" cy="72635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6356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-91440"/>
            <a:ext cx="317247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2P 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3220562" y="18091"/>
            <a:ext cx="89220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Annular Coette (Dimensionless) Momentum Equation under theoretical P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4563587" y="431780"/>
                <a:ext cx="7498912" cy="3126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momentum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pressure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b="1" dirty="0" smtClean="0"/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3587" y="431780"/>
                <a:ext cx="7498912" cy="312650"/>
              </a:xfrm>
              <a:prstGeom prst="rect">
                <a:avLst/>
              </a:prstGeom>
              <a:blipFill>
                <a:blip r:embed="rId3"/>
                <a:stretch>
                  <a:fillRect l="-325" t="-21569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96830"/>
            <a:ext cx="4370450" cy="2993179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2" r="9482" b="3208"/>
          <a:stretch/>
        </p:blipFill>
        <p:spPr>
          <a:xfrm>
            <a:off x="5437762" y="3774012"/>
            <a:ext cx="5750561" cy="2815591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5437762" y="6499023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/>
              <p:cNvSpPr/>
              <p:nvPr/>
            </p:nvSpPr>
            <p:spPr>
              <a:xfrm>
                <a:off x="9039992" y="3274570"/>
                <a:ext cx="152894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𝒖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b="1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Almost 0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992" y="3274570"/>
                <a:ext cx="1528945" cy="369332"/>
              </a:xfrm>
              <a:prstGeom prst="rect">
                <a:avLst/>
              </a:prstGeom>
              <a:blipFill>
                <a:blip r:embed="rId6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/>
          <p:cNvSpPr/>
          <p:nvPr/>
        </p:nvSpPr>
        <p:spPr>
          <a:xfrm>
            <a:off x="9276306" y="987902"/>
            <a:ext cx="2666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Momentum + Pressure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062910" y="1520557"/>
            <a:ext cx="305204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to verify the validity of the whole DNS process, including the document and the script, except the solution of P’ Poisson eq.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0770" y="896830"/>
            <a:ext cx="4634159" cy="2919315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56" y="3890009"/>
            <a:ext cx="4694209" cy="29597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矩形 21"/>
              <p:cNvSpPr/>
              <p:nvPr/>
            </p:nvSpPr>
            <p:spPr>
              <a:xfrm>
                <a:off x="6078286" y="4818453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矩形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286" y="4818453"/>
                <a:ext cx="1888466" cy="56483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矩形 22"/>
              <p:cNvSpPr/>
              <p:nvPr/>
            </p:nvSpPr>
            <p:spPr>
              <a:xfrm>
                <a:off x="7548428" y="5383930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矩形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8428" y="5383930"/>
                <a:ext cx="1597617" cy="70820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矩形 23"/>
              <p:cNvSpPr/>
              <p:nvPr/>
            </p:nvSpPr>
            <p:spPr>
              <a:xfrm>
                <a:off x="9049572" y="5294272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矩形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9572" y="5294272"/>
                <a:ext cx="1875770" cy="72635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7835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3037609"/>
            <a:ext cx="1236024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N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ow, time for developing more powerful pressure update schemes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299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101461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Formal Result: Jacobi Preconditioner + </a:t>
            </a:r>
            <a:r>
              <a:rPr lang="en-US" sz="2800" b="1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en-US" altLang="zh-CN" sz="2800" b="1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iCG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Pressure Solver</a:t>
            </a:r>
            <a:endParaRPr lang="en-US" sz="28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7111"/>
            <a:ext cx="4323610" cy="299583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610" y="597111"/>
            <a:ext cx="4606867" cy="29958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92946"/>
            <a:ext cx="4323610" cy="297041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3610" y="3592946"/>
            <a:ext cx="6492803" cy="32650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/>
              <p:cNvSpPr/>
              <p:nvPr/>
            </p:nvSpPr>
            <p:spPr>
              <a:xfrm>
                <a:off x="5265486" y="4818453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5486" y="4818453"/>
                <a:ext cx="1888466" cy="56483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/>
              <p:cNvSpPr/>
              <p:nvPr/>
            </p:nvSpPr>
            <p:spPr>
              <a:xfrm>
                <a:off x="6735628" y="5383930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矩形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628" y="5383930"/>
                <a:ext cx="1597617" cy="70820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/>
              <p:cNvSpPr/>
              <p:nvPr/>
            </p:nvSpPr>
            <p:spPr>
              <a:xfrm>
                <a:off x="8236772" y="5294272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矩形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6772" y="5294272"/>
                <a:ext cx="1875770" cy="72635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329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129693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Formal Result: Jacobi Preconditioner + </a:t>
            </a:r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GMG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Pressure Solver</a:t>
            </a:r>
            <a:endParaRPr lang="en-US" sz="28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3220"/>
            <a:ext cx="4823878" cy="328450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878" y="523219"/>
            <a:ext cx="5027462" cy="32845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3807724"/>
            <a:ext cx="4823878" cy="3199219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3877" y="3807724"/>
            <a:ext cx="5027463" cy="3195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89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1305</TotalTime>
  <Words>166</Words>
  <Application>Microsoft Office PowerPoint</Application>
  <PresentationFormat>宽屏</PresentationFormat>
  <Paragraphs>40</Paragraphs>
  <Slides>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等线</vt:lpstr>
      <vt:lpstr>等线 Light</vt:lpstr>
      <vt:lpstr>微软雅黑</vt:lpstr>
      <vt:lpstr>Arial</vt:lpstr>
      <vt:lpstr>Calibri</vt:lpstr>
      <vt:lpstr>Calibri Light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Administrator</cp:lastModifiedBy>
  <cp:revision>34</cp:revision>
  <dcterms:created xsi:type="dcterms:W3CDTF">2026-04-13T11:29:25Z</dcterms:created>
  <dcterms:modified xsi:type="dcterms:W3CDTF">2026-04-21T12:19:04Z</dcterms:modified>
</cp:coreProperties>
</file>