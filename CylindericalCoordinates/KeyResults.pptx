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21F14-B943-4974-AF6C-853DF08CC6F6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C3B015-18F1-43D5-A014-E13F76917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882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8855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734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133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43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76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87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500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4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4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00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0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0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29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8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1D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33203" y="561031"/>
            <a:ext cx="58314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1D Annular Coette (Dimensionless) Directly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𝑑𝑅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/>
              <p:cNvSpPr/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sub>
                    </m:sSub>
                  </m:oMath>
                </a14:m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if FVM coefficient and De-dimensional Operation is correct</a:t>
                </a:r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  <a:blipFill>
                <a:blip r:embed="rId4"/>
                <a:stretch>
                  <a:fillRect l="-690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63" y="1552713"/>
            <a:ext cx="4509438" cy="4280144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001" y="1552713"/>
            <a:ext cx="6722574" cy="4280144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9992020" y="561031"/>
            <a:ext cx="18987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Tangential Only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/>
          <p:cNvSpPr/>
          <p:nvPr/>
        </p:nvSpPr>
        <p:spPr>
          <a:xfrm>
            <a:off x="633203" y="583285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/>
              <p:cNvSpPr/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矩形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2403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027" y="3753244"/>
            <a:ext cx="7315215" cy="2432309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6360160" y="3667760"/>
            <a:ext cx="4318000" cy="3343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the validity of the </a:t>
                </a:r>
                <a:r>
                  <a:rPr lang="en-US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R</a:t>
                </a:r>
                <a:r>
                  <a:rPr lang="en-US" altLang="zh-CN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hie</a:t>
                </a:r>
                <a:r>
                  <a:rPr lang="en-US" altLang="zh-CN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-Chow interpolation</a:t>
                </a:r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and Coefficient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𝑨</m:t>
                    </m:r>
                  </m:oMath>
                </a14:m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  <a:blipFill>
                <a:blip r:embed="rId4"/>
                <a:stretch>
                  <a:fillRect l="-1597" t="-3289" r="-2595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2D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09531"/>
            <a:ext cx="89861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blipFill>
                <a:blip r:embed="rId5"/>
                <a:stretch>
                  <a:fillRect l="-1622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/>
          <p:cNvSpPr/>
          <p:nvPr/>
        </p:nvSpPr>
        <p:spPr>
          <a:xfrm>
            <a:off x="9545709" y="1079342"/>
            <a:ext cx="19928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Only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6"/>
          <a:srcRect t="1" r="1211" b="703"/>
          <a:stretch/>
        </p:blipFill>
        <p:spPr>
          <a:xfrm>
            <a:off x="274388" y="846385"/>
            <a:ext cx="4170154" cy="286790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9412" y="846385"/>
            <a:ext cx="4450096" cy="2888224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89" y="3521069"/>
            <a:ext cx="4170153" cy="2856719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>
          <a:xfrm>
            <a:off x="5386922" y="627103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矩形 12"/>
              <p:cNvSpPr/>
              <p:nvPr/>
            </p:nvSpPr>
            <p:spPr>
              <a:xfrm>
                <a:off x="9029508" y="3151737"/>
                <a:ext cx="248651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Supposed to be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矩形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3151737"/>
                <a:ext cx="2486515" cy="369332"/>
              </a:xfrm>
              <a:prstGeom prst="rect">
                <a:avLst/>
              </a:prstGeom>
              <a:blipFill>
                <a:blip r:embed="rId9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/>
              <p:cNvSpPr/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矩形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356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-91440"/>
            <a:ext cx="31724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2P 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8091"/>
            <a:ext cx="89861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563587" y="431780"/>
                <a:ext cx="7498912" cy="3126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pressure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b="1" dirty="0" smtClean="0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3587" y="431780"/>
                <a:ext cx="7498912" cy="312650"/>
              </a:xfrm>
              <a:prstGeom prst="rect">
                <a:avLst/>
              </a:prstGeom>
              <a:blipFill>
                <a:blip r:embed="rId3"/>
                <a:stretch>
                  <a:fillRect l="-325" t="-21569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96830"/>
            <a:ext cx="4370450" cy="299317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3587" y="896830"/>
            <a:ext cx="4476405" cy="2993179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" y="3890009"/>
            <a:ext cx="4289170" cy="283160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2" r="9482" b="3208"/>
          <a:stretch/>
        </p:blipFill>
        <p:spPr>
          <a:xfrm>
            <a:off x="4838370" y="3783977"/>
            <a:ext cx="5750561" cy="2815591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4838370" y="6508988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矩形 16"/>
              <p:cNvSpPr/>
              <p:nvPr/>
            </p:nvSpPr>
            <p:spPr>
              <a:xfrm>
                <a:off x="9039992" y="3274570"/>
                <a:ext cx="152894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</a:t>
                </a:r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Almost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992" y="3274570"/>
                <a:ext cx="1528945" cy="369332"/>
              </a:xfrm>
              <a:prstGeom prst="rect">
                <a:avLst/>
              </a:prstGeom>
              <a:blipFill>
                <a:blip r:embed="rId8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/>
          <p:cNvSpPr/>
          <p:nvPr/>
        </p:nvSpPr>
        <p:spPr>
          <a:xfrm>
            <a:off x="9276306" y="987902"/>
            <a:ext cx="2666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</a:t>
            </a:r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+ Pressure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062910" y="1450207"/>
            <a:ext cx="3052042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to verify the validity of the </a:t>
            </a:r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whole DNS process, including the document and the script, except the solution of  Pressure Poisson eq.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835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3037609"/>
            <a:ext cx="1236024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N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ow, time for developing more powerful pressure update schemes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2999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122</Words>
  <Application>Microsoft Office PowerPoint</Application>
  <PresentationFormat>宽屏</PresentationFormat>
  <Paragraphs>30</Paragraphs>
  <Slides>4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2" baseType="lpstr">
      <vt:lpstr>等线</vt:lpstr>
      <vt:lpstr>等线 Light</vt:lpstr>
      <vt:lpstr>微软雅黑</vt:lpstr>
      <vt:lpstr>Arial</vt:lpstr>
      <vt:lpstr>Calibri</vt:lpstr>
      <vt:lpstr>Calibri Light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Administrator</cp:lastModifiedBy>
  <cp:revision>18</cp:revision>
  <dcterms:created xsi:type="dcterms:W3CDTF">2026-04-13T11:29:25Z</dcterms:created>
  <dcterms:modified xsi:type="dcterms:W3CDTF">2026-04-14T15:15:13Z</dcterms:modified>
</cp:coreProperties>
</file>