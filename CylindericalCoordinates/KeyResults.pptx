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21F14-B943-4974-AF6C-853DF08CC6F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3B015-18F1-43D5-A014-E13F76917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82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3B015-18F1-43D5-A014-E13F769175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85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45D4-1722-44D0-992A-94FF939BE4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D3AE-C1F6-411E-81BC-8E4AAFEE5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3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45D4-1722-44D0-992A-94FF939BE4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D3AE-C1F6-411E-81BC-8E4AAFEE5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6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45D4-1722-44D0-992A-94FF939BE4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D3AE-C1F6-411E-81BC-8E4AAFEE5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87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45D4-1722-44D0-992A-94FF939BE4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D3AE-C1F6-411E-81BC-8E4AAFEE5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0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45D4-1722-44D0-992A-94FF939BE4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D3AE-C1F6-411E-81BC-8E4AAFEE5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46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45D4-1722-44D0-992A-94FF939BE4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D3AE-C1F6-411E-81BC-8E4AAFEE5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4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45D4-1722-44D0-992A-94FF939BE4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D3AE-C1F6-411E-81BC-8E4AAFEE5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06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45D4-1722-44D0-992A-94FF939BE4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D3AE-C1F6-411E-81BC-8E4AAFEE5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04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45D4-1722-44D0-992A-94FF939BE4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D3AE-C1F6-411E-81BC-8E4AAFEE5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45D4-1722-44D0-992A-94FF939BE4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D3AE-C1F6-411E-81BC-8E4AAFEE5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06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45D4-1722-44D0-992A-94FF939BE4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D3AE-C1F6-411E-81BC-8E4AAFEE5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29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745D4-1722-44D0-992A-94FF939BE44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ED3AE-C1F6-411E-81BC-8E4AAFEE5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8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32205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bug 1D Result</a:t>
            </a:r>
            <a:endParaRPr 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3203" y="561031"/>
            <a:ext cx="5831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Solves 1D Annular Coette (Dimensionless) Directly</a:t>
            </a:r>
            <a:endParaRPr lang="en-US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534727" y="434522"/>
                <a:ext cx="3457293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𝑑𝑅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𝑑𝑅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727" y="434522"/>
                <a:ext cx="3457293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633203" y="1056872"/>
                <a:ext cx="79514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to verify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</m:oMath>
                </a14:m>
                <a:r>
                  <a:rPr lang="en-US" b="1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if FVM coefficient and De-dimensiona</a:t>
                </a:r>
                <a:r>
                  <a:rPr lang="en-US" b="1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l Operation is correct</a:t>
                </a:r>
                <a:endParaRPr lang="en-US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03" y="1056872"/>
                <a:ext cx="7951472" cy="369332"/>
              </a:xfrm>
              <a:prstGeom prst="rect">
                <a:avLst/>
              </a:prstGeom>
              <a:blipFill>
                <a:blip r:embed="rId4"/>
                <a:stretch>
                  <a:fillRect l="-69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563" y="1552713"/>
            <a:ext cx="4509438" cy="428014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001" y="1552713"/>
            <a:ext cx="6722574" cy="4280144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9992020" y="561031"/>
            <a:ext cx="1898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Tangential Only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/>
              <p:nvPr/>
            </p:nvSpPr>
            <p:spPr>
              <a:xfrm>
                <a:off x="6601187" y="2827773"/>
                <a:ext cx="1888466" cy="5648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187" y="2827773"/>
                <a:ext cx="1888466" cy="5648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/>
              <p:cNvSpPr/>
              <p:nvPr/>
            </p:nvSpPr>
            <p:spPr>
              <a:xfrm>
                <a:off x="9193211" y="3392608"/>
                <a:ext cx="1597617" cy="7082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211" y="3392608"/>
                <a:ext cx="1597617" cy="7082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633203" y="5832857"/>
            <a:ext cx="6413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b="1" dirty="0" smtClean="0"/>
              <a:t>Run at n=64 </a:t>
            </a:r>
            <a:r>
              <a:rPr lang="pt-BR" b="1" dirty="0"/>
              <a:t>max_iter=50000 tol=1e-6 u_relax=0.3 </a:t>
            </a:r>
            <a:r>
              <a:rPr lang="pt-BR" b="1" dirty="0" smtClean="0"/>
              <a:t>p_relax=0.3</a:t>
            </a:r>
            <a:endParaRPr lang="pt-BR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/>
              <p:cNvSpPr/>
              <p:nvPr/>
            </p:nvSpPr>
            <p:spPr>
              <a:xfrm>
                <a:off x="9193211" y="4227324"/>
                <a:ext cx="1875770" cy="7263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211" y="4227324"/>
                <a:ext cx="1875770" cy="7263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2403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027" y="3753244"/>
            <a:ext cx="7315215" cy="2432309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360160" y="3667760"/>
            <a:ext cx="4318000" cy="3343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9029508" y="1818672"/>
                <a:ext cx="3052042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to verify </a:t>
                </a:r>
                <a:r>
                  <a:rPr lang="en-US" b="1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the validity of </a:t>
                </a:r>
                <a:r>
                  <a:rPr lang="en-US" b="1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the </a:t>
                </a:r>
                <a:r>
                  <a:rPr lang="en-US" b="1" dirty="0" err="1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R</a:t>
                </a:r>
                <a:r>
                  <a:rPr lang="en-US" altLang="zh-CN" b="1" dirty="0" err="1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hie</a:t>
                </a:r>
                <a:r>
                  <a:rPr lang="en-US" altLang="zh-CN" b="1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-Chow interpolation</a:t>
                </a:r>
                <a:r>
                  <a:rPr lang="en-US" b="1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and Coefficient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endParaRPr lang="en-US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508" y="1818672"/>
                <a:ext cx="3052042" cy="923330"/>
              </a:xfrm>
              <a:prstGeom prst="rect">
                <a:avLst/>
              </a:prstGeom>
              <a:blipFill>
                <a:blip r:embed="rId3"/>
                <a:stretch>
                  <a:fillRect l="-1597" t="-3289" r="-2595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0" y="0"/>
            <a:ext cx="32205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bug 2D Result</a:t>
            </a:r>
            <a:endParaRPr 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20562" y="109531"/>
            <a:ext cx="89861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Solves Annular Coette (Dimensionless) Momentum Equation under theoretical P</a:t>
            </a:r>
            <a:endParaRPr lang="en-US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9545709" y="569386"/>
                <a:ext cx="22542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momentum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5709" y="569386"/>
                <a:ext cx="2254271" cy="276999"/>
              </a:xfrm>
              <a:prstGeom prst="rect">
                <a:avLst/>
              </a:prstGeom>
              <a:blipFill>
                <a:blip r:embed="rId4"/>
                <a:stretch>
                  <a:fillRect l="-1622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9545709" y="1079342"/>
            <a:ext cx="1992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Momentum Only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/>
          <a:srcRect t="1" r="1211" b="703"/>
          <a:stretch/>
        </p:blipFill>
        <p:spPr>
          <a:xfrm>
            <a:off x="274388" y="846385"/>
            <a:ext cx="4170154" cy="286790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9412" y="846385"/>
            <a:ext cx="4450096" cy="288822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89" y="3521069"/>
            <a:ext cx="4170153" cy="2856719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5386922" y="6271037"/>
            <a:ext cx="6413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b="1" dirty="0" smtClean="0"/>
              <a:t>Run at n=64 </a:t>
            </a:r>
            <a:r>
              <a:rPr lang="pt-BR" b="1" dirty="0"/>
              <a:t>max_iter=50000 tol=1e-6 u_relax=0.3 </a:t>
            </a:r>
            <a:r>
              <a:rPr lang="pt-BR" b="1" dirty="0" smtClean="0"/>
              <a:t>p_relax=0.3</a:t>
            </a:r>
            <a:endParaRPr lang="pt-BR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9029508" y="3151737"/>
                <a:ext cx="2435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𝜽</m:t>
                        </m:r>
                      </m:sub>
                    </m:sSub>
                  </m:oMath>
                </a14:m>
                <a:r>
                  <a:rPr lang="en-US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Supposed to be 0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508" y="3151737"/>
                <a:ext cx="2435218" cy="369332"/>
              </a:xfrm>
              <a:prstGeom prst="rect">
                <a:avLst/>
              </a:prstGeom>
              <a:blipFill>
                <a:blip r:embed="rId8"/>
                <a:stretch>
                  <a:fillRect t="-9836" r="-1250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6356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61</Words>
  <Application>Microsoft Office PowerPoint</Application>
  <PresentationFormat>宽屏</PresentationFormat>
  <Paragraphs>17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等线 Light</vt:lpstr>
      <vt:lpstr>微软雅黑</vt:lpstr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11</cp:revision>
  <dcterms:created xsi:type="dcterms:W3CDTF">2026-04-13T11:29:25Z</dcterms:created>
  <dcterms:modified xsi:type="dcterms:W3CDTF">2026-04-13T12:13:25Z</dcterms:modified>
</cp:coreProperties>
</file>