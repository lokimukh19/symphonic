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21F14-B943-4974-AF6C-853DF08CC6F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C3B015-18F1-43D5-A014-E13F76917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882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885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43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766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87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500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4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4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006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204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9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0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29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1745D4-1722-44D0-992A-94FF939BE44E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08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32205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1D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33203" y="561031"/>
            <a:ext cx="58314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1D Annular Coette (Dimensionless) Directly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6534727" y="434522"/>
                <a:ext cx="3457293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𝑑𝑅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𝑑𝑅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4727" y="434522"/>
                <a:ext cx="3457293" cy="622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/>
              <p:cNvSpPr/>
              <p:nvPr/>
            </p:nvSpPr>
            <p:spPr>
              <a:xfrm>
                <a:off x="633203" y="1056872"/>
                <a:ext cx="795147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to verify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sub>
                    </m:sSub>
                  </m:oMath>
                </a14:m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if FVM coefficient and De-dimensional Operation is correct</a:t>
                </a:r>
                <a:endParaRPr 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03" y="1056872"/>
                <a:ext cx="7951472" cy="369332"/>
              </a:xfrm>
              <a:prstGeom prst="rect">
                <a:avLst/>
              </a:prstGeom>
              <a:blipFill>
                <a:blip r:embed="rId4"/>
                <a:stretch>
                  <a:fillRect l="-690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63" y="1552713"/>
            <a:ext cx="4509438" cy="4280144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001" y="1552713"/>
            <a:ext cx="6722574" cy="4280144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9992020" y="561031"/>
            <a:ext cx="18987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Tangential Only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6601187" y="2827773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187" y="2827773"/>
                <a:ext cx="1888466" cy="56483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/>
              <p:cNvSpPr/>
              <p:nvPr/>
            </p:nvSpPr>
            <p:spPr>
              <a:xfrm>
                <a:off x="9193211" y="3392608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211" y="3392608"/>
                <a:ext cx="1597617" cy="7082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矩形 18"/>
          <p:cNvSpPr/>
          <p:nvPr/>
        </p:nvSpPr>
        <p:spPr>
          <a:xfrm>
            <a:off x="633203" y="5832857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/>
              <p:cNvSpPr/>
              <p:nvPr/>
            </p:nvSpPr>
            <p:spPr>
              <a:xfrm>
                <a:off x="9193211" y="4227324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矩形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211" y="4227324"/>
                <a:ext cx="1875770" cy="7263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2403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5027" y="3753244"/>
            <a:ext cx="7315215" cy="2432309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6360160" y="3667760"/>
            <a:ext cx="4318000" cy="3343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9029508" y="1818672"/>
                <a:ext cx="305204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to verify the validity of the </a:t>
                </a:r>
                <a:r>
                  <a:rPr lang="en-US" b="1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R</a:t>
                </a:r>
                <a:r>
                  <a:rPr lang="en-US" altLang="zh-CN" b="1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hie</a:t>
                </a:r>
                <a:r>
                  <a:rPr lang="en-US" altLang="zh-CN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-Chow interpolation</a:t>
                </a:r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and Coefficient Matrix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𝑨</m:t>
                    </m:r>
                  </m:oMath>
                </a14:m>
                <a:endParaRPr 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9508" y="1818672"/>
                <a:ext cx="3052042" cy="923330"/>
              </a:xfrm>
              <a:prstGeom prst="rect">
                <a:avLst/>
              </a:prstGeom>
              <a:blipFill>
                <a:blip r:embed="rId3"/>
                <a:stretch>
                  <a:fillRect l="-1597" t="-3289" r="-2595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矩形 3"/>
          <p:cNvSpPr/>
          <p:nvPr/>
        </p:nvSpPr>
        <p:spPr>
          <a:xfrm>
            <a:off x="0" y="0"/>
            <a:ext cx="32205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2D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220562" y="109531"/>
            <a:ext cx="89861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Annular Coette (Dimensionless) Momentum Equation under theoretical P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9545709" y="569386"/>
                <a:ext cx="22542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momentum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709" y="569386"/>
                <a:ext cx="2254271" cy="276999"/>
              </a:xfrm>
              <a:prstGeom prst="rect">
                <a:avLst/>
              </a:prstGeom>
              <a:blipFill>
                <a:blip r:embed="rId4"/>
                <a:stretch>
                  <a:fillRect l="-1622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/>
          <p:cNvSpPr/>
          <p:nvPr/>
        </p:nvSpPr>
        <p:spPr>
          <a:xfrm>
            <a:off x="9545709" y="1079342"/>
            <a:ext cx="19928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Momentum Only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5"/>
          <a:srcRect t="1" r="1211" b="703"/>
          <a:stretch/>
        </p:blipFill>
        <p:spPr>
          <a:xfrm>
            <a:off x="274388" y="846385"/>
            <a:ext cx="4170154" cy="2867904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412" y="846385"/>
            <a:ext cx="4450096" cy="2888224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89" y="3521069"/>
            <a:ext cx="4170153" cy="2856719"/>
          </a:xfrm>
          <a:prstGeom prst="rect">
            <a:avLst/>
          </a:prstGeom>
        </p:spPr>
      </p:pic>
      <p:sp>
        <p:nvSpPr>
          <p:cNvPr id="12" name="矩形 11"/>
          <p:cNvSpPr/>
          <p:nvPr/>
        </p:nvSpPr>
        <p:spPr>
          <a:xfrm>
            <a:off x="5386922" y="6271037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/>
              <p:cNvSpPr/>
              <p:nvPr/>
            </p:nvSpPr>
            <p:spPr>
              <a:xfrm>
                <a:off x="9029508" y="3151737"/>
                <a:ext cx="243521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𝒖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𝜽</m:t>
                        </m:r>
                      </m:sub>
                    </m:sSub>
                  </m:oMath>
                </a14:m>
                <a:r>
                  <a:rPr lang="en-US" b="1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Supposed to be 0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矩形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9508" y="3151737"/>
                <a:ext cx="2435218" cy="369332"/>
              </a:xfrm>
              <a:prstGeom prst="rect">
                <a:avLst/>
              </a:prstGeom>
              <a:blipFill>
                <a:blip r:embed="rId8"/>
                <a:stretch>
                  <a:fillRect t="-9836" r="-1250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矩形 13"/>
              <p:cNvSpPr/>
              <p:nvPr/>
            </p:nvSpPr>
            <p:spPr>
              <a:xfrm>
                <a:off x="6210366" y="4600508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矩形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0366" y="4600508"/>
                <a:ext cx="1888466" cy="5648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矩形 16"/>
              <p:cNvSpPr/>
              <p:nvPr/>
            </p:nvSpPr>
            <p:spPr>
              <a:xfrm>
                <a:off x="7680508" y="5165985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08" y="5165985"/>
                <a:ext cx="1597617" cy="7082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矩形 17"/>
              <p:cNvSpPr/>
              <p:nvPr/>
            </p:nvSpPr>
            <p:spPr>
              <a:xfrm>
                <a:off x="9181652" y="5076327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652" y="5076327"/>
                <a:ext cx="1875770" cy="7263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6356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61</Words>
  <Application>Microsoft Office PowerPoint</Application>
  <PresentationFormat>宽屏</PresentationFormat>
  <Paragraphs>20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等线</vt:lpstr>
      <vt:lpstr>等线 Light</vt:lpstr>
      <vt:lpstr>微软雅黑</vt:lpstr>
      <vt:lpstr>Arial</vt:lpstr>
      <vt:lpstr>Calibri</vt:lpstr>
      <vt:lpstr>Calibri Light</vt:lpstr>
      <vt:lpstr>Cambria Math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Administrator</cp:lastModifiedBy>
  <cp:revision>12</cp:revision>
  <dcterms:created xsi:type="dcterms:W3CDTF">2026-04-13T11:29:25Z</dcterms:created>
  <dcterms:modified xsi:type="dcterms:W3CDTF">2026-04-13T12:15:19Z</dcterms:modified>
</cp:coreProperties>
</file>