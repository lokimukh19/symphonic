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1F14-B943-4974-AF6C-853DF08CC6F6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3B015-18F1-43D5-A014-E13F76917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88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885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34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133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6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8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0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4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0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0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0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9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745D4-1722-44D0-992A-94FF939BE44E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1D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33203" y="561031"/>
            <a:ext cx="58314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1D Annular Coette (Dimensionless) Directly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if FVM coefficient and De-dimensional Operation is correct</a:t>
                </a:r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  <a:blipFill>
                <a:blip r:embed="rId4"/>
                <a:stretch>
                  <a:fillRect l="-69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63" y="1552713"/>
            <a:ext cx="4509438" cy="4280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001" y="1552713"/>
            <a:ext cx="6722574" cy="4280144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9992020" y="561031"/>
            <a:ext cx="1898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Tangential Only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/>
          <p:cNvSpPr/>
          <p:nvPr/>
        </p:nvSpPr>
        <p:spPr>
          <a:xfrm>
            <a:off x="633203" y="583285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/>
              <p:cNvSpPr/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2403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027" y="3753244"/>
            <a:ext cx="7315215" cy="2432309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6360160" y="3667760"/>
            <a:ext cx="4318000" cy="334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the validity of the </a:t>
                </a:r>
                <a:r>
                  <a:rPr lang="en-US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R</a:t>
                </a:r>
                <a:r>
                  <a:rPr lang="en-US" altLang="zh-CN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hie</a:t>
                </a:r>
                <a:r>
                  <a:rPr lang="en-US" altLang="zh-CN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-Chow interpolation</a:t>
                </a:r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and Coefficient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</m:oMath>
                </a14:m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  <a:blipFill>
                <a:blip r:embed="rId4"/>
                <a:stretch>
                  <a:fillRect l="-1597" t="-3289" r="-2595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0953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blipFill>
                <a:blip r:embed="rId5"/>
                <a:stretch>
                  <a:fillRect l="-1622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9545709" y="1079342"/>
            <a:ext cx="1992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Only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6"/>
          <a:srcRect t="1" r="1211" b="703"/>
          <a:stretch/>
        </p:blipFill>
        <p:spPr>
          <a:xfrm>
            <a:off x="274388" y="846385"/>
            <a:ext cx="4170154" cy="286790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9412" y="846385"/>
            <a:ext cx="4450096" cy="288822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89" y="3521069"/>
            <a:ext cx="4170153" cy="285671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5386922" y="627103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/>
              <p:cNvSpPr/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Supposed to be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  <a:blipFill>
                <a:blip r:embed="rId9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/>
              <p:cNvSpPr/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-91440"/>
            <a:ext cx="3172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2P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8091"/>
            <a:ext cx="89220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pressure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1" dirty="0" smtClean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blipFill>
                <a:blip r:embed="rId3"/>
                <a:stretch>
                  <a:fillRect l="-325" t="-21569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6830"/>
            <a:ext cx="4370450" cy="2993179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2" r="9482" b="3208"/>
          <a:stretch/>
        </p:blipFill>
        <p:spPr>
          <a:xfrm>
            <a:off x="5437762" y="3774012"/>
            <a:ext cx="5750561" cy="2815591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5437762" y="6499023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Almost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  <a:blipFill>
                <a:blip r:embed="rId6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/>
          <p:cNvSpPr/>
          <p:nvPr/>
        </p:nvSpPr>
        <p:spPr>
          <a:xfrm>
            <a:off x="9276306" y="987902"/>
            <a:ext cx="2666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+ Pressure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062910" y="1520557"/>
            <a:ext cx="305204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to verify the validity of the whole DNS process, including the document and the script, except the solution of P’ Poisson eq.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0770" y="896830"/>
            <a:ext cx="4634159" cy="2919315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56" y="3890009"/>
            <a:ext cx="4694209" cy="29597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/>
              <p:cNvSpPr/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矩形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矩形 22"/>
              <p:cNvSpPr/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矩形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矩形 23"/>
              <p:cNvSpPr/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矩形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7835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3037609"/>
            <a:ext cx="123602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ow, time for developing more powerful pressure update schemes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99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101461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Formal Result: Jacobi Preconditioner + </a:t>
            </a:r>
            <a:r>
              <a:rPr lang="en-US" sz="2800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</a:t>
            </a:r>
            <a:r>
              <a:rPr lang="en-US" altLang="zh-CN" sz="2800" b="1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iCG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Pressure Solver</a:t>
            </a:r>
            <a:endParaRPr lang="en-US" sz="28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7111"/>
            <a:ext cx="4323610" cy="29958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610" y="597111"/>
            <a:ext cx="4606867" cy="29958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92946"/>
            <a:ext cx="4323610" cy="297041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610" y="3592946"/>
            <a:ext cx="6492803" cy="326505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5265486" y="481845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5486" y="4818453"/>
                <a:ext cx="1888466" cy="564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/>
              <p:cNvSpPr/>
              <p:nvPr/>
            </p:nvSpPr>
            <p:spPr>
              <a:xfrm>
                <a:off x="6735628" y="5383930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628" y="5383930"/>
                <a:ext cx="1597617" cy="7082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矩形 8"/>
              <p:cNvSpPr/>
              <p:nvPr/>
            </p:nvSpPr>
            <p:spPr>
              <a:xfrm>
                <a:off x="8236772" y="5294272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6772" y="5294272"/>
                <a:ext cx="1875770" cy="7263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329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</TotalTime>
  <Words>132</Words>
  <Application>Microsoft Office PowerPoint</Application>
  <PresentationFormat>宽屏</PresentationFormat>
  <Paragraphs>37</Paragraphs>
  <Slides>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28</cp:revision>
  <dcterms:created xsi:type="dcterms:W3CDTF">2026-04-13T11:29:25Z</dcterms:created>
  <dcterms:modified xsi:type="dcterms:W3CDTF">2026-04-15T14:06:04Z</dcterms:modified>
</cp:coreProperties>
</file>