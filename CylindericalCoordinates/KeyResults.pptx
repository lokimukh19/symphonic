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2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21F14-B943-4974-AF6C-853DF08CC6F6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C3B015-18F1-43D5-A014-E13F76917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882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8855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7345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BC3B015-18F1-43D5-A014-E13F769175C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133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43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766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687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500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64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547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006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041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06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292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1745D4-1722-44D0-992A-94FF939BE44E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ED3AE-C1F6-411E-81BC-8E4AAFEE5E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408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0" y="0"/>
            <a:ext cx="32205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1D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33203" y="561031"/>
            <a:ext cx="583146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1D Annular Coette (Dimensionless) Directly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6534727" y="434522"/>
                <a:ext cx="3457293" cy="6223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𝑑𝑅</m:t>
                          </m:r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𝑑𝑅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4727" y="434522"/>
                <a:ext cx="3457293" cy="6223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 10"/>
              <p:cNvSpPr/>
              <p:nvPr/>
            </p:nvSpPr>
            <p:spPr>
              <a:xfrm>
                <a:off x="633203" y="1056872"/>
                <a:ext cx="795147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to verify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Θ</m:t>
                        </m:r>
                      </m:sub>
                    </m:sSub>
                  </m:oMath>
                </a14:m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if FVM coefficient and De-dimensional Operation is correct</a:t>
                </a:r>
                <a:endParaRPr 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03" y="1056872"/>
                <a:ext cx="7951472" cy="369332"/>
              </a:xfrm>
              <a:prstGeom prst="rect">
                <a:avLst/>
              </a:prstGeom>
              <a:blipFill>
                <a:blip r:embed="rId4"/>
                <a:stretch>
                  <a:fillRect l="-690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563" y="1552713"/>
            <a:ext cx="4509438" cy="4280144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8001" y="1552713"/>
            <a:ext cx="6722574" cy="4280144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9992020" y="561031"/>
            <a:ext cx="18987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Tangential Only</a:t>
            </a:r>
            <a:endParaRPr lang="en-US" b="1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6601187" y="2827773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187" y="2827773"/>
                <a:ext cx="1888466" cy="56483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/>
              <p:cNvSpPr/>
              <p:nvPr/>
            </p:nvSpPr>
            <p:spPr>
              <a:xfrm>
                <a:off x="9193211" y="3392608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211" y="3392608"/>
                <a:ext cx="1597617" cy="7082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矩形 18"/>
          <p:cNvSpPr/>
          <p:nvPr/>
        </p:nvSpPr>
        <p:spPr>
          <a:xfrm>
            <a:off x="633203" y="5832857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/>
              <p:cNvSpPr/>
              <p:nvPr/>
            </p:nvSpPr>
            <p:spPr>
              <a:xfrm>
                <a:off x="9193211" y="4227324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矩形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3211" y="4227324"/>
                <a:ext cx="1875770" cy="72635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24031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5027" y="3753244"/>
            <a:ext cx="7315215" cy="2432309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6360160" y="3667760"/>
            <a:ext cx="4318000" cy="33434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9029508" y="1818672"/>
                <a:ext cx="3052042" cy="92333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to verify the validity of the </a:t>
                </a:r>
                <a:r>
                  <a:rPr lang="en-US" b="1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R</a:t>
                </a:r>
                <a:r>
                  <a:rPr lang="en-US" altLang="zh-CN" b="1" dirty="0" err="1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hie</a:t>
                </a:r>
                <a:r>
                  <a:rPr lang="en-US" altLang="zh-CN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-Chow interpolation</a:t>
                </a:r>
                <a:r>
                  <a:rPr lang="en-US" b="1" dirty="0" smtClean="0"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and Coefficient Matrix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Arial" panose="020B0604020202020204" pitchFamily="34" charset="0"/>
                      </a:rPr>
                      <m:t>𝑨</m:t>
                    </m:r>
                  </m:oMath>
                </a14:m>
                <a:endParaRPr lang="en-US" b="1" dirty="0">
                  <a:latin typeface="Arial" panose="020B0604020202020204" pitchFamily="34" charset="0"/>
                  <a:ea typeface="微软雅黑" panose="020B0503020204020204" pitchFamily="34" charset="-122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508" y="1818672"/>
                <a:ext cx="3052042" cy="923330"/>
              </a:xfrm>
              <a:prstGeom prst="rect">
                <a:avLst/>
              </a:prstGeom>
              <a:blipFill>
                <a:blip r:embed="rId4"/>
                <a:stretch>
                  <a:fillRect l="-1597" t="-3289" r="-2595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矩形 3"/>
          <p:cNvSpPr/>
          <p:nvPr/>
        </p:nvSpPr>
        <p:spPr>
          <a:xfrm>
            <a:off x="0" y="0"/>
            <a:ext cx="32205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2D 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220562" y="109531"/>
            <a:ext cx="89861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Annular Coette (Dimensionless) Momentum Equation under theoretical P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9545709" y="569386"/>
                <a:ext cx="22542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momentum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45709" y="569386"/>
                <a:ext cx="2254271" cy="276999"/>
              </a:xfrm>
              <a:prstGeom prst="rect">
                <a:avLst/>
              </a:prstGeom>
              <a:blipFill>
                <a:blip r:embed="rId5"/>
                <a:stretch>
                  <a:fillRect l="-1622" b="-15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矩形 7"/>
          <p:cNvSpPr/>
          <p:nvPr/>
        </p:nvSpPr>
        <p:spPr>
          <a:xfrm>
            <a:off x="9545709" y="1079342"/>
            <a:ext cx="199285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Momentum Only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6"/>
          <a:srcRect t="1" r="1211" b="703"/>
          <a:stretch/>
        </p:blipFill>
        <p:spPr>
          <a:xfrm>
            <a:off x="274388" y="846385"/>
            <a:ext cx="4170154" cy="2867904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9412" y="846385"/>
            <a:ext cx="4450096" cy="2888224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89" y="3521069"/>
            <a:ext cx="4170153" cy="2856719"/>
          </a:xfrm>
          <a:prstGeom prst="rect">
            <a:avLst/>
          </a:prstGeom>
        </p:spPr>
      </p:pic>
      <p:sp>
        <p:nvSpPr>
          <p:cNvPr id="12" name="矩形 11"/>
          <p:cNvSpPr/>
          <p:nvPr/>
        </p:nvSpPr>
        <p:spPr>
          <a:xfrm>
            <a:off x="5386922" y="6271037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矩形 12"/>
              <p:cNvSpPr/>
              <p:nvPr/>
            </p:nvSpPr>
            <p:spPr>
              <a:xfrm>
                <a:off x="9029508" y="3151737"/>
                <a:ext cx="248651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𝒖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Supposed to be 0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3" name="矩形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9508" y="3151737"/>
                <a:ext cx="2486515" cy="369332"/>
              </a:xfrm>
              <a:prstGeom prst="rect">
                <a:avLst/>
              </a:prstGeom>
              <a:blipFill>
                <a:blip r:embed="rId9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/>
              <p:cNvSpPr/>
              <p:nvPr/>
            </p:nvSpPr>
            <p:spPr>
              <a:xfrm>
                <a:off x="6210366" y="4600508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矩形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0366" y="4600508"/>
                <a:ext cx="1888466" cy="56483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 16"/>
              <p:cNvSpPr/>
              <p:nvPr/>
            </p:nvSpPr>
            <p:spPr>
              <a:xfrm>
                <a:off x="7680508" y="5165985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08" y="5165985"/>
                <a:ext cx="1597617" cy="70820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矩形 17"/>
              <p:cNvSpPr/>
              <p:nvPr/>
            </p:nvSpPr>
            <p:spPr>
              <a:xfrm>
                <a:off x="9181652" y="5076327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矩形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1652" y="5076327"/>
                <a:ext cx="1875770" cy="72635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356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-91440"/>
            <a:ext cx="317247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De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bug 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2P 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Result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3220562" y="18091"/>
            <a:ext cx="89861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Solves Annular Coette (Dimensionless) Momentum Equation under theoretical P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4563587" y="431780"/>
                <a:ext cx="7498912" cy="3126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momentum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TH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→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pressure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̃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𝑼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</m:oMath>
                  </m:oMathPara>
                </a14:m>
                <a:endParaRPr lang="en-US" b="1" dirty="0" smtClean="0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3587" y="431780"/>
                <a:ext cx="7498912" cy="312650"/>
              </a:xfrm>
              <a:prstGeom prst="rect">
                <a:avLst/>
              </a:prstGeom>
              <a:blipFill>
                <a:blip r:embed="rId3"/>
                <a:stretch>
                  <a:fillRect l="-325" t="-21569" b="-196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图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96830"/>
            <a:ext cx="4370450" cy="2993179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2" r="9482" b="3208"/>
          <a:stretch/>
        </p:blipFill>
        <p:spPr>
          <a:xfrm>
            <a:off x="5437762" y="3774012"/>
            <a:ext cx="5750561" cy="2815591"/>
          </a:xfrm>
          <a:prstGeom prst="rect">
            <a:avLst/>
          </a:prstGeom>
        </p:spPr>
      </p:pic>
      <p:sp>
        <p:nvSpPr>
          <p:cNvPr id="16" name="矩形 15"/>
          <p:cNvSpPr/>
          <p:nvPr/>
        </p:nvSpPr>
        <p:spPr>
          <a:xfrm>
            <a:off x="5437762" y="6499023"/>
            <a:ext cx="64130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pt-BR" b="1" dirty="0" smtClean="0"/>
              <a:t>Run at n=64 </a:t>
            </a:r>
            <a:r>
              <a:rPr lang="pt-BR" b="1" dirty="0"/>
              <a:t>max_iter=50000 tol=1e-6 u_relax=0.3 </a:t>
            </a:r>
            <a:r>
              <a:rPr lang="pt-BR" b="1" dirty="0" smtClean="0"/>
              <a:t>p_relax=0.3</a:t>
            </a:r>
            <a:endParaRPr lang="pt-BR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矩形 16"/>
              <p:cNvSpPr/>
              <p:nvPr/>
            </p:nvSpPr>
            <p:spPr>
              <a:xfrm>
                <a:off x="9039992" y="3274570"/>
                <a:ext cx="1528945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𝒖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Arial" panose="020B0604020202020204" pitchFamily="34" charset="0"/>
                          </a:rPr>
                          <m:t>𝑹</m:t>
                        </m:r>
                      </m:sub>
                    </m:sSub>
                  </m:oMath>
                </a14:m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 </a:t>
                </a:r>
                <a:r>
                  <a:rPr lang="en-US" b="1" dirty="0" smtClean="0">
                    <a:solidFill>
                      <a:srgbClr val="FF0000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Arial" panose="020B0604020202020204" pitchFamily="34" charset="0"/>
                  </a:rPr>
                  <a:t>Almost 0</a:t>
                </a:r>
                <a:endParaRPr lang="en-US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9992" y="3274570"/>
                <a:ext cx="1528945" cy="369332"/>
              </a:xfrm>
              <a:prstGeom prst="rect">
                <a:avLst/>
              </a:prstGeom>
              <a:blipFill>
                <a:blip r:embed="rId6"/>
                <a:stretch>
                  <a:fillRect t="-9836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/>
          <p:cNvSpPr/>
          <p:nvPr/>
        </p:nvSpPr>
        <p:spPr>
          <a:xfrm>
            <a:off x="9276306" y="987902"/>
            <a:ext cx="2666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Momentum </a:t>
            </a:r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+ Pressure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9062910" y="1520557"/>
            <a:ext cx="305204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to verify the validity of the </a:t>
            </a:r>
            <a:r>
              <a:rPr lang="en-US" b="1" dirty="0" smtClean="0"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whole DNS process, including the document and the script, except the solution of P’ Poisson eq.</a:t>
            </a:r>
            <a:endParaRPr lang="en-US" b="1" dirty="0"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0770" y="896830"/>
            <a:ext cx="4634159" cy="2919315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056" y="3890009"/>
            <a:ext cx="4694209" cy="295979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矩形 21"/>
              <p:cNvSpPr/>
              <p:nvPr/>
            </p:nvSpPr>
            <p:spPr>
              <a:xfrm>
                <a:off x="6078286" y="4818453"/>
                <a:ext cx="1888466" cy="56483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TH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</m:acc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2" name="矩形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8286" y="4818453"/>
                <a:ext cx="1888466" cy="5648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矩形 22"/>
              <p:cNvSpPr/>
              <p:nvPr/>
            </p:nvSpPr>
            <p:spPr>
              <a:xfrm>
                <a:off x="7548428" y="5383930"/>
                <a:ext cx="1597617" cy="70820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3" name="矩形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8428" y="5383930"/>
                <a:ext cx="1597617" cy="7082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矩形 23"/>
              <p:cNvSpPr/>
              <p:nvPr/>
            </p:nvSpPr>
            <p:spPr>
              <a:xfrm>
                <a:off x="9049572" y="5294272"/>
                <a:ext cx="1875770" cy="72635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矩形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9572" y="5294272"/>
                <a:ext cx="1875770" cy="726353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7835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3037609"/>
            <a:ext cx="1236024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N</a:t>
            </a:r>
            <a:r>
              <a:rPr lang="en-US" altLang="zh-CN" sz="2800" b="1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ow, time for developing more powerful pressure update schemes</a:t>
            </a:r>
            <a:endParaRPr lang="en-US" sz="28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299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3294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932</TotalTime>
  <Words>123</Words>
  <Application>Microsoft Office PowerPoint</Application>
  <PresentationFormat>宽屏</PresentationFormat>
  <Paragraphs>33</Paragraphs>
  <Slides>5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等线</vt:lpstr>
      <vt:lpstr>等线 Light</vt:lpstr>
      <vt:lpstr>微软雅黑</vt:lpstr>
      <vt:lpstr>Arial</vt:lpstr>
      <vt:lpstr>Calibri</vt:lpstr>
      <vt:lpstr>Calibri Light</vt:lpstr>
      <vt:lpstr>Cambria Math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Administrator</dc:creator>
  <cp:lastModifiedBy>Administrator</cp:lastModifiedBy>
  <cp:revision>21</cp:revision>
  <dcterms:created xsi:type="dcterms:W3CDTF">2026-04-13T11:29:25Z</dcterms:created>
  <dcterms:modified xsi:type="dcterms:W3CDTF">2026-04-15T05:35:09Z</dcterms:modified>
</cp:coreProperties>
</file>