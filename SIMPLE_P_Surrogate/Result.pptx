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20" autoAdjust="0"/>
  </p:normalViewPr>
  <p:slideViewPr>
    <p:cSldViewPr snapToGrid="0">
      <p:cViewPr varScale="1">
        <p:scale>
          <a:sx n="82" d="100"/>
          <a:sy n="82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73205-75BF-41CD-9F8E-F5F5EB53D69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FFF05-A2DF-46A2-831C-352B5219F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6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Non</a:t>
            </a:r>
            <a:r>
              <a:rPr lang="en-US" baseline="0" dirty="0" smtClean="0"/>
              <a:t>-</a:t>
            </a:r>
            <a:r>
              <a:rPr lang="en-US" altLang="zh-CN" baseline="0" dirty="0" smtClean="0"/>
              <a:t>supervision learning results, 5000 epoch, Re=100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FFF05-A2DF-46A2-831C-352B5219F6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1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1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7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3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70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2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8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37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9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5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7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E5219-1098-4005-A930-0A47B0814D1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3C6C0-26A1-4BE0-920C-0E0F9E9D2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0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箭头连接符 17"/>
          <p:cNvCxnSpPr/>
          <p:nvPr/>
        </p:nvCxnSpPr>
        <p:spPr>
          <a:xfrm>
            <a:off x="538930" y="1873245"/>
            <a:ext cx="39572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538930" y="497711"/>
            <a:ext cx="0" cy="1375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538930" y="1873247"/>
            <a:ext cx="3275635" cy="32756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3187898"/>
            <a:ext cx="538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u=0</a:t>
            </a:r>
          </a:p>
          <a:p>
            <a:r>
              <a:rPr lang="en-US" dirty="0" smtClean="0"/>
              <a:t>v=0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907282" y="5148882"/>
            <a:ext cx="538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u=0</a:t>
            </a:r>
          </a:p>
          <a:p>
            <a:r>
              <a:rPr lang="en-US" dirty="0" smtClean="0"/>
              <a:t>v=0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814565" y="3187898"/>
            <a:ext cx="538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u=0</a:t>
            </a:r>
          </a:p>
          <a:p>
            <a:r>
              <a:rPr lang="en-US" dirty="0" smtClean="0"/>
              <a:t>v=0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907282" y="1226916"/>
            <a:ext cx="569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u=U</a:t>
            </a:r>
          </a:p>
          <a:p>
            <a:r>
              <a:rPr lang="en-US" dirty="0" smtClean="0"/>
              <a:t>v=0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672464" y="2041078"/>
                <a:ext cx="3478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网络</a:t>
                </a:r>
                <a:r>
                  <a:rPr lang="zh-CN" altLang="en-US" dirty="0" smtClean="0"/>
                  <a:t>输出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464" y="2041078"/>
                <a:ext cx="3478325" cy="369332"/>
              </a:xfrm>
              <a:prstGeom prst="rect">
                <a:avLst/>
              </a:prstGeom>
              <a:blipFill>
                <a:blip r:embed="rId2"/>
                <a:stretch>
                  <a:fillRect l="-140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椭圆 9"/>
          <p:cNvSpPr/>
          <p:nvPr/>
        </p:nvSpPr>
        <p:spPr>
          <a:xfrm>
            <a:off x="371097" y="1705412"/>
            <a:ext cx="335666" cy="3356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 ？</a:t>
            </a:r>
            <a:endParaRPr lang="en-US" b="1" dirty="0"/>
          </a:p>
        </p:txBody>
      </p:sp>
      <p:sp>
        <p:nvSpPr>
          <p:cNvPr id="13" name="椭圆 12"/>
          <p:cNvSpPr/>
          <p:nvPr/>
        </p:nvSpPr>
        <p:spPr>
          <a:xfrm>
            <a:off x="3621541" y="1705412"/>
            <a:ext cx="335666" cy="3356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 ？</a:t>
            </a:r>
            <a:endParaRPr 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706763" y="155008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951090" y="15500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38930" y="35904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y</a:t>
            </a:r>
            <a:endParaRPr 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4476336" y="167174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672464" y="2505994"/>
            <a:ext cx="362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完全无约束，前期收敛方向混乱，浪费网络</a:t>
            </a:r>
            <a:r>
              <a:rPr lang="en-US" altLang="zh-CN" dirty="0" smtClean="0"/>
              <a:t>capacity</a:t>
            </a:r>
            <a:r>
              <a:rPr lang="zh-CN" altLang="en-US" dirty="0" smtClean="0"/>
              <a:t>和迭代次数</a:t>
            </a:r>
            <a:endParaRPr 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4672464" y="3152325"/>
            <a:ext cx="5524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因此方法是通过一个</a:t>
            </a:r>
            <a:r>
              <a:rPr lang="en-US" altLang="zh-CN" dirty="0" smtClean="0"/>
              <a:t>C2</a:t>
            </a:r>
            <a:r>
              <a:rPr lang="zh-CN" altLang="en-US" dirty="0" smtClean="0"/>
              <a:t>函数作为乘子，保证不失去二阶导数的情况下对网络输出进行约束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3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24" y="275063"/>
            <a:ext cx="4824596" cy="552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97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0" t="11550" r="10407" b="6822"/>
          <a:stretch/>
        </p:blipFill>
        <p:spPr>
          <a:xfrm>
            <a:off x="0" y="-797972"/>
            <a:ext cx="3912962" cy="331063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20268" y="2451170"/>
            <a:ext cx="1755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Result</a:t>
            </a:r>
          </a:p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(baseline)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32894" y="2451170"/>
            <a:ext cx="2884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Only W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eak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PINN </a:t>
            </a:r>
          </a:p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homogeneous constraints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108" y="-800114"/>
            <a:ext cx="3828379" cy="331277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068310" y="2451169"/>
            <a:ext cx="2813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Only Weak PINN </a:t>
            </a:r>
          </a:p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 constraints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1" t="10706" r="10689" b="7227"/>
          <a:stretch/>
        </p:blipFill>
        <p:spPr>
          <a:xfrm>
            <a:off x="3912962" y="-800114"/>
            <a:ext cx="3648147" cy="325128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/>
          <a:srcRect l="6573" t="10953" r="10648" b="6775"/>
          <a:stretch/>
        </p:blipFill>
        <p:spPr>
          <a:xfrm>
            <a:off x="7561108" y="3097500"/>
            <a:ext cx="3828379" cy="311202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559982" y="6211669"/>
            <a:ext cx="1830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 PINN </a:t>
            </a:r>
          </a:p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 constraints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0" t="10496" r="10057" b="7015"/>
          <a:stretch/>
        </p:blipFill>
        <p:spPr>
          <a:xfrm>
            <a:off x="3734379" y="3097500"/>
            <a:ext cx="3777801" cy="3112028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81219" y="6211668"/>
            <a:ext cx="2884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 PINN </a:t>
            </a:r>
          </a:p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homogeneous constraints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49121" y="6211669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 PINN </a:t>
            </a:r>
          </a:p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naked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8" t="10918" r="9960" b="6593"/>
          <a:stretch/>
        </p:blipFill>
        <p:spPr>
          <a:xfrm>
            <a:off x="0" y="3100464"/>
            <a:ext cx="3705573" cy="310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01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107</Words>
  <Application>Microsoft Office PowerPoint</Application>
  <PresentationFormat>宽屏</PresentationFormat>
  <Paragraphs>31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46</cp:revision>
  <dcterms:created xsi:type="dcterms:W3CDTF">2026-03-18T06:49:35Z</dcterms:created>
  <dcterms:modified xsi:type="dcterms:W3CDTF">2026-03-21T15:08:49Z</dcterms:modified>
</cp:coreProperties>
</file>